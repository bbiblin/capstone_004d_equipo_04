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9144000"/>
  <p:photoAlbum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09F46-76BF-4CFE-8E0C-3888E41A8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363736-048C-49DB-85E3-3511532827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C4EE17-D663-48E2-8A53-29CF2BF4C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427BB21-5BD8-4626-90D3-AFA23F130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9B1F73-D05D-4A48-91AC-AD625DD77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85968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ADF79-C6DD-4E0B-899F-62323A08A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7D5517-B02F-428C-9AD4-14C478A1D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33817AE-784E-491B-8D2E-5BC3DC255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9E6F36-BB6E-4EDA-ADCB-95BE49C8F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F6069C-86C4-4A10-BCF0-6177CCC2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03694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0EA9BB-93F0-48E3-BF1B-926A71EB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9634135-2C07-4754-8E39-E7646F4DB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F1E04C-6654-4191-8E02-9D4C0D1C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7E9CD4-EA97-4D5C-B689-B76C6389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1EB648A-E6FF-40D6-8594-5E5C7A498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59415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69DF75-E9C6-47AB-922D-0CFBD5229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B19521-8E3D-43B7-ADEC-3D974D62FC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D9E3D1D-46A6-4A0B-8D1B-6D7F22C126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FB8E98D-45B8-43E4-AAE1-76977AD03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0288F06-B9DA-42AB-A58C-967E1761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461565B-DC4F-46BC-9F3B-D9AF21DBA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9463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748ED-CA6B-425F-B624-C1BB26FDD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18F7DA1-2E93-4463-B333-26D689F48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85FB245-4DA8-474A-ABEB-5074D479E6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0C56D6-116F-40EE-92E8-A71F18FF56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97DD83-5A69-470E-AD89-0BEC79FB43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24AB029-BB7C-4852-954E-9CCD1BA4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87B3346-84CB-46BE-AA7F-104AE09DF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9EECFEE-B886-4962-91B6-16CD8368F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790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538AA-C8B5-4E86-B489-299EFA3D1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370F374-86CB-4005-A279-7E686C3DF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5473FEC-063D-4477-9F7E-2F64A7D68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6F8552E-4A95-48EE-9681-C3F27E771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6168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006A3C-83A8-4D36-9627-F95418B94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E50BC97-3DF6-475A-BC49-961399202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2FB23E1-8914-4CC7-88D7-3305091F7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1998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36BFF4-FEC7-410F-8D53-D8074FFD3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79A2A88-CE58-4B06-BBCD-DEFD0575EA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7239C82-BDD5-414F-ACC2-447ACCF50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66B258-5AA4-460F-A0AF-79C6C672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EF8CE2C-D9CE-4411-84C0-A9E626DD5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491144-20AB-41D1-92BF-71A6431D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7871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500ED-D7A3-417C-8948-FA9609E54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241332A-11F6-4550-907C-ADE324F722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6054CE1-B4EB-4DAB-8CBD-BC29A59906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40150AA-EAC0-412C-A492-23EAB437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25F514B-218E-4F20-94E2-C09D9531B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F9E1A49-3CEE-4F6F-9674-A2FC07A3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70274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86CAB3-B774-433D-918D-30345B68F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5F51CE1-F697-4B10-A245-411D9AA192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8C68C2-4B97-4F83-8FEB-B968EB81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686746-2044-4061-9B22-729B646D3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F9184-3621-4922-B78B-8E1CE525D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8194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B3328DD-2861-4E53-97A2-C11361FD83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DE2D63-8710-4A8E-A435-8C905949A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F05191-E4E8-4C1F-9263-5BB8AF7F3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E23A1D9-CB34-458E-AD5F-517BA54F7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5226E95-F060-4385-8A3C-E68C008DF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51663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A79EDC3-0309-4CD9-B4C7-402A5A0F3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0740B95-B22E-475A-834D-CC01E7F23D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DB460B-BCD7-469D-A7CF-B7F2FB911D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50FED3-7E6D-41AA-8D45-FA46CAA5D235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19AD1D-6748-40DF-A8B7-8087A6D4F3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CD956D-FD0F-4299-8EB3-9F8E564588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C899E7-A10C-4ABE-A527-73D134493CC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914046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">
            <a:extLst>
              <a:ext uri="{FF2B5EF4-FFF2-40B4-BE49-F238E27FC236}">
                <a16:creationId xmlns:a16="http://schemas.microsoft.com/office/drawing/2014/main" id="{55FE7CAA-F593-44AB-9E0F-A898CC628A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182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">
            <a:extLst>
              <a:ext uri="{FF2B5EF4-FFF2-40B4-BE49-F238E27FC236}">
                <a16:creationId xmlns:a16="http://schemas.microsoft.com/office/drawing/2014/main" id="{1A184EFC-08F6-4D91-865F-7C4E71F0173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3">
            <a:extLst>
              <a:ext uri="{FF2B5EF4-FFF2-40B4-BE49-F238E27FC236}">
                <a16:creationId xmlns:a16="http://schemas.microsoft.com/office/drawing/2014/main" id="{F138E645-822B-4D8E-947E-05CB5E8DEC5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987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4">
            <a:extLst>
              <a:ext uri="{FF2B5EF4-FFF2-40B4-BE49-F238E27FC236}">
                <a16:creationId xmlns:a16="http://schemas.microsoft.com/office/drawing/2014/main" id="{CBEE357E-FD6E-4D51-B52A-3A78972A8DC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908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5">
            <a:extLst>
              <a:ext uri="{FF2B5EF4-FFF2-40B4-BE49-F238E27FC236}">
                <a16:creationId xmlns:a16="http://schemas.microsoft.com/office/drawing/2014/main" id="{CDE384CE-60F4-46D8-8D6E-E78D966914C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026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6">
            <a:extLst>
              <a:ext uri="{FF2B5EF4-FFF2-40B4-BE49-F238E27FC236}">
                <a16:creationId xmlns:a16="http://schemas.microsoft.com/office/drawing/2014/main" id="{E764A8C5-BF8A-4F6E-8F65-B5847208ADE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883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7">
            <a:extLst>
              <a:ext uri="{FF2B5EF4-FFF2-40B4-BE49-F238E27FC236}">
                <a16:creationId xmlns:a16="http://schemas.microsoft.com/office/drawing/2014/main" id="{FE325B11-3E6F-4F71-8633-44E660A2DDE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06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8">
            <a:extLst>
              <a:ext uri="{FF2B5EF4-FFF2-40B4-BE49-F238E27FC236}">
                <a16:creationId xmlns:a16="http://schemas.microsoft.com/office/drawing/2014/main" id="{21427E55-0683-411A-987A-09068F0CF1F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4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9">
            <a:extLst>
              <a:ext uri="{FF2B5EF4-FFF2-40B4-BE49-F238E27FC236}">
                <a16:creationId xmlns:a16="http://schemas.microsoft.com/office/drawing/2014/main" id="{D65BB548-B020-4A2B-93D2-6F5C9DB7E91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855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0">
            <a:extLst>
              <a:ext uri="{FF2B5EF4-FFF2-40B4-BE49-F238E27FC236}">
                <a16:creationId xmlns:a16="http://schemas.microsoft.com/office/drawing/2014/main" id="{11FEE6EF-D12E-4374-A54D-3DAA9048E8A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267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1">
            <a:extLst>
              <a:ext uri="{FF2B5EF4-FFF2-40B4-BE49-F238E27FC236}">
                <a16:creationId xmlns:a16="http://schemas.microsoft.com/office/drawing/2014/main" id="{220C1974-26B1-426F-8973-D3290255B3A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573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2">
            <a:extLst>
              <a:ext uri="{FF2B5EF4-FFF2-40B4-BE49-F238E27FC236}">
                <a16:creationId xmlns:a16="http://schemas.microsoft.com/office/drawing/2014/main" id="{36931939-E2B6-43A5-B214-36C49C4DD01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658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3">
            <a:extLst>
              <a:ext uri="{FF2B5EF4-FFF2-40B4-BE49-F238E27FC236}">
                <a16:creationId xmlns:a16="http://schemas.microsoft.com/office/drawing/2014/main" id="{DF03D805-319F-4DFD-9869-187849F5D21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01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4">
            <a:extLst>
              <a:ext uri="{FF2B5EF4-FFF2-40B4-BE49-F238E27FC236}">
                <a16:creationId xmlns:a16="http://schemas.microsoft.com/office/drawing/2014/main" id="{0E3917EA-31C1-4209-B771-F733340D17D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508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5">
            <a:extLst>
              <a:ext uri="{FF2B5EF4-FFF2-40B4-BE49-F238E27FC236}">
                <a16:creationId xmlns:a16="http://schemas.microsoft.com/office/drawing/2014/main" id="{6CAD5723-C3EF-4036-AC63-138705BD349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101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6">
            <a:extLst>
              <a:ext uri="{FF2B5EF4-FFF2-40B4-BE49-F238E27FC236}">
                <a16:creationId xmlns:a16="http://schemas.microsoft.com/office/drawing/2014/main" id="{40993B97-07B7-4A9A-BDAD-CCBA19C65FD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1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7">
            <a:extLst>
              <a:ext uri="{FF2B5EF4-FFF2-40B4-BE49-F238E27FC236}">
                <a16:creationId xmlns:a16="http://schemas.microsoft.com/office/drawing/2014/main" id="{53745055-1CA5-43BE-8502-4B40444086B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372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8">
            <a:extLst>
              <a:ext uri="{FF2B5EF4-FFF2-40B4-BE49-F238E27FC236}">
                <a16:creationId xmlns:a16="http://schemas.microsoft.com/office/drawing/2014/main" id="{E5EEB176-B970-4DA6-9A26-E27B3FF58A5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79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19">
            <a:extLst>
              <a:ext uri="{FF2B5EF4-FFF2-40B4-BE49-F238E27FC236}">
                <a16:creationId xmlns:a16="http://schemas.microsoft.com/office/drawing/2014/main" id="{0EE945DD-113D-4683-8F86-F1F16A6858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963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0">
            <a:extLst>
              <a:ext uri="{FF2B5EF4-FFF2-40B4-BE49-F238E27FC236}">
                <a16:creationId xmlns:a16="http://schemas.microsoft.com/office/drawing/2014/main" id="{0A6A0FCF-E5DA-4640-8D6A-58B925D800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6979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1">
            <a:extLst>
              <a:ext uri="{FF2B5EF4-FFF2-40B4-BE49-F238E27FC236}">
                <a16:creationId xmlns:a16="http://schemas.microsoft.com/office/drawing/2014/main" id="{5CE45073-423A-43D6-9488-E417C31647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476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22">
            <a:extLst>
              <a:ext uri="{FF2B5EF4-FFF2-40B4-BE49-F238E27FC236}">
                <a16:creationId xmlns:a16="http://schemas.microsoft.com/office/drawing/2014/main" id="{B41BFA50-0562-45B7-B888-F7817D05FA7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19219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Panorámica</PresentationFormat>
  <Paragraphs>0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AV-Alumno</dc:creator>
  <cp:lastModifiedBy>AV-Alumno</cp:lastModifiedBy>
  <cp:revision>1</cp:revision>
  <dcterms:created xsi:type="dcterms:W3CDTF">2026-09-02T15:00:51Z</dcterms:created>
  <dcterms:modified xsi:type="dcterms:W3CDTF">2026-09-02T15:03:55Z</dcterms:modified>
</cp:coreProperties>
</file>