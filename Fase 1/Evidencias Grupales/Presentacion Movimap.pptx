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photoAlbum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C253D-CD90-410C-96AC-454F8277E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8F0FBD-B24E-42CF-B9EC-DE8D73DC8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9A230-9241-499F-B4D0-67DF9BE36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EA5B70-C5B9-4BAC-86C6-3E2D1B17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A19311-F129-4902-BDA5-D7657923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951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2451D-7627-4F38-8B5C-3A1921F9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D1467-B65D-4A24-99EE-51DC184D7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D6D1FA-0489-4658-A8F9-79782E77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C39061-402B-4D40-9498-97F05FEC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11ACC0-6B55-484B-91DC-EFF38489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251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3C879-56B1-47E9-AB1A-892F285F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89F15A-2366-4BB6-8E26-64BCDD86D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55D52C-082E-4AC3-99CF-296CB4A1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22135-9A62-4745-B5F4-B92A5CAE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30CDDF-35EC-408F-A8AF-96FDBFA6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8308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60EDC-21C0-4D50-A7A0-12606A52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EB80A-A9BF-400B-BA70-16352F85B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B7CB5-AF58-48E9-8400-59B33B103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0A1694-11C0-4D31-9C2A-4469A44C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9AFAFB-8855-4711-89B6-6F178D6B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DFEB72-1EA2-4D4D-B961-1FE36E0A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429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27027-182C-4E24-BF47-215DD318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CD55D5-6CD0-4FC6-80DB-8D56945A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D5F963-2CD1-45E8-92FC-34AF79FD1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FA7C2A-A7FC-47A0-960A-407A60533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039857-71D5-4D94-B8E3-1BC85BD2A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A197B7-3822-491E-8BCD-F72CA30A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D0F683E-936D-42F0-B707-D8A6762C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BA0E1B-7CE8-4D77-AAAD-8088426D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040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C12E4-ACB0-4254-B79B-FC6C9599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6735BF-C66E-48BA-8C8D-7EAD459D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A4BC83-EE22-46DB-AC11-040C7F7E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CA6BEE-929C-4D8A-84F2-FEC8B5D0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388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B1C886-2DBE-48D2-A70E-F3A1B355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385C0F-D8C7-450A-B0D8-C5F69CAF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65394-559F-4573-8E5C-F7A2B345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217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ED8C1-FBEB-400C-A437-0CE511F8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8D79A6-0915-4ED4-A180-E4740FF4C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72835E-4E12-484E-AEF0-EFE5BB5F3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187A6D-0BAB-43B4-AEFD-6E13F9C2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BE8DAC-CE15-49D4-BACA-6326DEFE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0BE1C4-E4B5-427C-B068-CAF0C60A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899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04FA7-A800-4FEE-BC89-CE577523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96AC773-3E93-43C8-8649-75B1C1ED0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390AF0-CF5E-4926-A8E1-39D4B57A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7E7B68-89F7-477D-9C27-46893DAE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43A0C9-97DF-4110-971F-1FEB5B19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7E9B90-A154-44DC-8B8A-963761C7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88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1C503-256C-462B-82BC-F75A043F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EA3FAE-1B55-4BFF-808F-21E2181B7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8C5FCA-E117-40F2-87F5-FB71A8B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93DD1-AB43-419B-BBF5-B4B00C09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DEE1C5-389F-4236-AE07-1B7793C5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322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B8F941-5F2F-4A08-8EFF-EE9CF96E5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B70D36-F2C3-4BE2-B003-52E7E293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22AA62-CD0C-4FA7-A3A2-894B9231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239F38-E69D-457C-A641-601B9349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3A1EB0-A4CD-4391-ABE3-D7982A36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585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0D5C287-C01D-43E6-B827-FE0CE1EA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91AFEA-FD2D-4953-B117-DE7129C29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AE4BCE-E416-462F-9779-8036C111A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6463-B1E1-42D0-821C-85A3A602A27A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5E6A7-17BD-4A5A-B690-092BE832A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9AB366-BEA2-40B9-A8C4-39307C6B5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06D00-8514-44B2-B9FF-A2BCF820A3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4956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">
            <a:extLst>
              <a:ext uri="{FF2B5EF4-FFF2-40B4-BE49-F238E27FC236}">
                <a16:creationId xmlns:a16="http://schemas.microsoft.com/office/drawing/2014/main" id="{A5985864-3A76-4A98-9450-4E80E3D957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6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">
            <a:extLst>
              <a:ext uri="{FF2B5EF4-FFF2-40B4-BE49-F238E27FC236}">
                <a16:creationId xmlns:a16="http://schemas.microsoft.com/office/drawing/2014/main" id="{3C758747-F300-4207-9012-ABAC685D08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1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">
            <a:extLst>
              <a:ext uri="{FF2B5EF4-FFF2-40B4-BE49-F238E27FC236}">
                <a16:creationId xmlns:a16="http://schemas.microsoft.com/office/drawing/2014/main" id="{52384951-3718-479B-8F73-42D3B4C5D6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6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">
            <a:extLst>
              <a:ext uri="{FF2B5EF4-FFF2-40B4-BE49-F238E27FC236}">
                <a16:creationId xmlns:a16="http://schemas.microsoft.com/office/drawing/2014/main" id="{65790AA0-E3C6-49AD-94DF-A4F0C87B00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4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">
            <a:extLst>
              <a:ext uri="{FF2B5EF4-FFF2-40B4-BE49-F238E27FC236}">
                <a16:creationId xmlns:a16="http://schemas.microsoft.com/office/drawing/2014/main" id="{0C4C5071-D30D-4798-A63D-4E8C04605F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5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6">
            <a:extLst>
              <a:ext uri="{FF2B5EF4-FFF2-40B4-BE49-F238E27FC236}">
                <a16:creationId xmlns:a16="http://schemas.microsoft.com/office/drawing/2014/main" id="{AAB6CFE9-4CB5-4733-9001-0D81E22702F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7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7">
            <a:extLst>
              <a:ext uri="{FF2B5EF4-FFF2-40B4-BE49-F238E27FC236}">
                <a16:creationId xmlns:a16="http://schemas.microsoft.com/office/drawing/2014/main" id="{D4D1EEC7-4BDD-4C9E-87B0-CF080ECD607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30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8">
            <a:extLst>
              <a:ext uri="{FF2B5EF4-FFF2-40B4-BE49-F238E27FC236}">
                <a16:creationId xmlns:a16="http://schemas.microsoft.com/office/drawing/2014/main" id="{6CA8DF3A-0E85-44FA-96F9-BA429800617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04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9">
            <a:extLst>
              <a:ext uri="{FF2B5EF4-FFF2-40B4-BE49-F238E27FC236}">
                <a16:creationId xmlns:a16="http://schemas.microsoft.com/office/drawing/2014/main" id="{010D55DA-6F31-4700-8CCF-372F01795D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0">
            <a:extLst>
              <a:ext uri="{FF2B5EF4-FFF2-40B4-BE49-F238E27FC236}">
                <a16:creationId xmlns:a16="http://schemas.microsoft.com/office/drawing/2014/main" id="{847F35E3-791C-4A54-92BF-03BD150411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3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1">
            <a:extLst>
              <a:ext uri="{FF2B5EF4-FFF2-40B4-BE49-F238E27FC236}">
                <a16:creationId xmlns:a16="http://schemas.microsoft.com/office/drawing/2014/main" id="{C4E9EE64-9AFC-46C8-BFAE-2E54C6AA50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4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2">
            <a:extLst>
              <a:ext uri="{FF2B5EF4-FFF2-40B4-BE49-F238E27FC236}">
                <a16:creationId xmlns:a16="http://schemas.microsoft.com/office/drawing/2014/main" id="{ED6B2F39-055A-4591-B992-C916562E19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95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3">
            <a:extLst>
              <a:ext uri="{FF2B5EF4-FFF2-40B4-BE49-F238E27FC236}">
                <a16:creationId xmlns:a16="http://schemas.microsoft.com/office/drawing/2014/main" id="{102C0759-F2A6-4E71-BC69-193FB5B2E1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07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4">
            <a:extLst>
              <a:ext uri="{FF2B5EF4-FFF2-40B4-BE49-F238E27FC236}">
                <a16:creationId xmlns:a16="http://schemas.microsoft.com/office/drawing/2014/main" id="{0A81B9EE-4FD2-4789-BD8F-1FAF22F9519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0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5">
            <a:extLst>
              <a:ext uri="{FF2B5EF4-FFF2-40B4-BE49-F238E27FC236}">
                <a16:creationId xmlns:a16="http://schemas.microsoft.com/office/drawing/2014/main" id="{19279E70-90F9-46CC-A2BF-062182522B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2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6">
            <a:extLst>
              <a:ext uri="{FF2B5EF4-FFF2-40B4-BE49-F238E27FC236}">
                <a16:creationId xmlns:a16="http://schemas.microsoft.com/office/drawing/2014/main" id="{455885F6-F1CC-414A-ABB3-E694DF7120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34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7">
            <a:extLst>
              <a:ext uri="{FF2B5EF4-FFF2-40B4-BE49-F238E27FC236}">
                <a16:creationId xmlns:a16="http://schemas.microsoft.com/office/drawing/2014/main" id="{C001F1ED-02BE-4A38-9005-4F5F0D8351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18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8">
            <a:extLst>
              <a:ext uri="{FF2B5EF4-FFF2-40B4-BE49-F238E27FC236}">
                <a16:creationId xmlns:a16="http://schemas.microsoft.com/office/drawing/2014/main" id="{BEEC7FEA-6B39-4386-8F69-00E27D8076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64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9">
            <a:extLst>
              <a:ext uri="{FF2B5EF4-FFF2-40B4-BE49-F238E27FC236}">
                <a16:creationId xmlns:a16="http://schemas.microsoft.com/office/drawing/2014/main" id="{6231498A-FF68-4ADE-AF31-9750A9481F7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30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0">
            <a:extLst>
              <a:ext uri="{FF2B5EF4-FFF2-40B4-BE49-F238E27FC236}">
                <a16:creationId xmlns:a16="http://schemas.microsoft.com/office/drawing/2014/main" id="{9FB55BA6-B5BB-4FA8-9C5C-2CF920C56AC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08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1">
            <a:extLst>
              <a:ext uri="{FF2B5EF4-FFF2-40B4-BE49-F238E27FC236}">
                <a16:creationId xmlns:a16="http://schemas.microsoft.com/office/drawing/2014/main" id="{36020C31-79B5-4068-A70F-28859B08D5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24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2">
            <a:extLst>
              <a:ext uri="{FF2B5EF4-FFF2-40B4-BE49-F238E27FC236}">
                <a16:creationId xmlns:a16="http://schemas.microsoft.com/office/drawing/2014/main" id="{D1C2D526-E76A-41A0-B755-2BCA792845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7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3">
            <a:extLst>
              <a:ext uri="{FF2B5EF4-FFF2-40B4-BE49-F238E27FC236}">
                <a16:creationId xmlns:a16="http://schemas.microsoft.com/office/drawing/2014/main" id="{91BF0E0D-E0EA-4180-A5E7-DFB7D91D96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98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AV-Alumno</dc:creator>
  <cp:lastModifiedBy>AV-Alumno</cp:lastModifiedBy>
  <cp:revision>1</cp:revision>
  <dcterms:created xsi:type="dcterms:W3CDTF">2026-09-02T15:32:46Z</dcterms:created>
  <dcterms:modified xsi:type="dcterms:W3CDTF">2026-09-02T15:33:04Z</dcterms:modified>
</cp:coreProperties>
</file>