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photoAlbum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49A0F-61A6-4ACE-AC97-952FB1F21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42B028-FA39-417D-B909-A6C379BA7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C4F198-2C8D-4A61-82F1-986743CC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C46B3-9FC7-4C25-B048-99125673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C32C5D-B843-41EC-8B82-A016BF08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07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3715-008F-43DE-AA43-F34B41A3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7E1B2-8B55-4E16-8148-F5DB9BF9A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4ACC6A-4129-4790-A8C8-4D7539B4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465D6-2AB6-45A2-9671-2608913D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8C45C3-09E6-422D-993E-62D25CE2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648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58926-773F-486B-BD83-B3CBADE9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D5F9B0-4587-4413-A8BE-E68949BE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D544E0-FDFC-4BE5-881D-7C1A8D99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63ECFC-ED55-4713-BF46-B4E06C8E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8B2D2B-0536-4EB5-BF75-150ADCE9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9440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D4C42-7419-417B-B193-D6A4D3AB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51130B-B775-4903-BF5D-CCF9ACC9A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3C3E92-F04C-40F2-B440-263F249AF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67B1E2-EDBF-42B3-AE2D-819AD2D7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578C4E-E8AC-407F-82FA-C578AB83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E5C888-8F54-41FA-B7D9-3D616B9D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066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DC0E6-D797-4CC2-B18C-B6BBBF0E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7486CB-2E1A-43B4-BA8E-503D39B0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FD0AA3-6115-44C1-8104-FDD144DF7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988C20-8C9F-4539-86A3-E6559F5D8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3AFCC15-617B-45EF-9CB3-344B743A2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89FAED-5059-4E69-BD31-AFA78069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0C1846-0431-4F97-A216-1A982C79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CC37BE7-F70F-4DD3-AC2B-1B5CD73A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12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79FAA-CFE4-49E8-960B-D97CF17F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815EAC-2D35-40C2-9720-1F712EB4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789DE5-0EB4-47F3-94C0-D4855D53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6B4209-9E2E-4808-8032-76C5A998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8987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048E66F-0074-441D-801D-9C2B8E3B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89E346-EFBE-484F-8850-BDEF073A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C8531-DE2C-4913-B031-637DD56B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2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AEFA3-C5E1-4647-BE85-D1D8EAB7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8F9622-7BC5-4013-935C-09AFDA4E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19FA32-234C-414B-ADE2-6D07F9290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AAB667-BC17-4A0E-819D-62F237D6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779A0F-F4D2-4705-8F5A-AF87446D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2240A1-AD06-4AF5-A08C-CBE130C6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627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7A9C2-5B5C-4990-98AB-0C304867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299DC3-910F-4360-8C9D-B9EA074A3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81CFFB-7385-460D-8659-65E8C51C0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B27A61-AD35-41BF-B94D-ED1FCE0F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D61A7D-714F-486E-933C-FA3D22D3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32B997-5A21-446B-9C0C-81B0D384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87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ED995-A271-499C-B924-7FD1EDD3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AAC7DE-3CC9-4CEC-A9A8-D9632B2B5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0DA3DF-C0C7-4469-B9AF-A3026E721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E7DE89-A4D1-4848-AE60-7D1916E8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B0147-274B-4F75-87A2-F578C2FF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885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E2622C-EADE-494C-919B-BCAFC2F76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ACD2D9-0063-4B2C-9974-0CFE62089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5954C8-A8FD-4F46-8982-C1F42DDA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672963-3272-4CE2-99DC-DF2BF230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457823-165A-44F8-AD8E-244F2550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97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CB67CE9-042F-4813-9583-A3FBDF48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735AD2-4E4A-4A90-B805-790CA9B0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6DD297-48C0-4D3E-BD34-A1A61537D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3B784-DCC4-43F7-A068-81CC267273EF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6E47E2-CB1E-49F9-B25C-84A6A5AA0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193EE-4EB1-4A45-B636-7F025B472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17425-379E-4937-A4C7-A04DCE955A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8055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">
            <a:extLst>
              <a:ext uri="{FF2B5EF4-FFF2-40B4-BE49-F238E27FC236}">
                <a16:creationId xmlns:a16="http://schemas.microsoft.com/office/drawing/2014/main" id="{55D799B2-173F-4082-8B95-0DDC7934C8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0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">
            <a:extLst>
              <a:ext uri="{FF2B5EF4-FFF2-40B4-BE49-F238E27FC236}">
                <a16:creationId xmlns:a16="http://schemas.microsoft.com/office/drawing/2014/main" id="{734946D3-DD60-4472-90D2-69C5989538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9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">
            <a:extLst>
              <a:ext uri="{FF2B5EF4-FFF2-40B4-BE49-F238E27FC236}">
                <a16:creationId xmlns:a16="http://schemas.microsoft.com/office/drawing/2014/main" id="{ADA4309B-95B6-4AA4-80CA-55163DF31A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8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">
            <a:extLst>
              <a:ext uri="{FF2B5EF4-FFF2-40B4-BE49-F238E27FC236}">
                <a16:creationId xmlns:a16="http://schemas.microsoft.com/office/drawing/2014/main" id="{2440AD68-DF37-4A6C-9A60-BFABD41B774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02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">
            <a:extLst>
              <a:ext uri="{FF2B5EF4-FFF2-40B4-BE49-F238E27FC236}">
                <a16:creationId xmlns:a16="http://schemas.microsoft.com/office/drawing/2014/main" id="{DC0C58AD-9208-44DE-BF66-9681ACD1EFB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4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6">
            <a:extLst>
              <a:ext uri="{FF2B5EF4-FFF2-40B4-BE49-F238E27FC236}">
                <a16:creationId xmlns:a16="http://schemas.microsoft.com/office/drawing/2014/main" id="{4DFD668A-B030-41E9-B9CB-32FD16B575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3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7">
            <a:extLst>
              <a:ext uri="{FF2B5EF4-FFF2-40B4-BE49-F238E27FC236}">
                <a16:creationId xmlns:a16="http://schemas.microsoft.com/office/drawing/2014/main" id="{3585BF3C-7469-4B2C-ABC2-1676339BE5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4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8">
            <a:extLst>
              <a:ext uri="{FF2B5EF4-FFF2-40B4-BE49-F238E27FC236}">
                <a16:creationId xmlns:a16="http://schemas.microsoft.com/office/drawing/2014/main" id="{53573C17-CB7D-47E6-9DD9-6E548BB585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8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9">
            <a:extLst>
              <a:ext uri="{FF2B5EF4-FFF2-40B4-BE49-F238E27FC236}">
                <a16:creationId xmlns:a16="http://schemas.microsoft.com/office/drawing/2014/main" id="{0E16D11B-1A46-4D17-B3C5-161BF6CA8B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33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0">
            <a:extLst>
              <a:ext uri="{FF2B5EF4-FFF2-40B4-BE49-F238E27FC236}">
                <a16:creationId xmlns:a16="http://schemas.microsoft.com/office/drawing/2014/main" id="{4173B2A1-20D1-452C-A263-0E102DEDAA8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32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1">
            <a:extLst>
              <a:ext uri="{FF2B5EF4-FFF2-40B4-BE49-F238E27FC236}">
                <a16:creationId xmlns:a16="http://schemas.microsoft.com/office/drawing/2014/main" id="{A1DECEEE-5325-4789-BD1F-9A1DD9B061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08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2">
            <a:extLst>
              <a:ext uri="{FF2B5EF4-FFF2-40B4-BE49-F238E27FC236}">
                <a16:creationId xmlns:a16="http://schemas.microsoft.com/office/drawing/2014/main" id="{62C28200-4F7E-4EB0-98B7-75325A80DC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00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3">
            <a:extLst>
              <a:ext uri="{FF2B5EF4-FFF2-40B4-BE49-F238E27FC236}">
                <a16:creationId xmlns:a16="http://schemas.microsoft.com/office/drawing/2014/main" id="{C201A184-9855-42DE-8BF5-3A8B82B259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64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4">
            <a:extLst>
              <a:ext uri="{FF2B5EF4-FFF2-40B4-BE49-F238E27FC236}">
                <a16:creationId xmlns:a16="http://schemas.microsoft.com/office/drawing/2014/main" id="{73548A0B-9DCD-4460-A49B-31307A4ACC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5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5">
            <a:extLst>
              <a:ext uri="{FF2B5EF4-FFF2-40B4-BE49-F238E27FC236}">
                <a16:creationId xmlns:a16="http://schemas.microsoft.com/office/drawing/2014/main" id="{60A2175B-FD55-44BD-98B2-4E6F4E49B2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2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6">
            <a:extLst>
              <a:ext uri="{FF2B5EF4-FFF2-40B4-BE49-F238E27FC236}">
                <a16:creationId xmlns:a16="http://schemas.microsoft.com/office/drawing/2014/main" id="{1C5AC564-A5E9-4341-A78E-266B332E1FD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71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7">
            <a:extLst>
              <a:ext uri="{FF2B5EF4-FFF2-40B4-BE49-F238E27FC236}">
                <a16:creationId xmlns:a16="http://schemas.microsoft.com/office/drawing/2014/main" id="{AEA26D87-85CA-442D-A4D8-C8CAC339A3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48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8">
            <a:extLst>
              <a:ext uri="{FF2B5EF4-FFF2-40B4-BE49-F238E27FC236}">
                <a16:creationId xmlns:a16="http://schemas.microsoft.com/office/drawing/2014/main" id="{883AB0E8-9DE0-46E3-A398-462005C60C3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9">
            <a:extLst>
              <a:ext uri="{FF2B5EF4-FFF2-40B4-BE49-F238E27FC236}">
                <a16:creationId xmlns:a16="http://schemas.microsoft.com/office/drawing/2014/main" id="{9B96EF86-AB70-4E69-BE8A-E080E7B44C7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31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0">
            <a:extLst>
              <a:ext uri="{FF2B5EF4-FFF2-40B4-BE49-F238E27FC236}">
                <a16:creationId xmlns:a16="http://schemas.microsoft.com/office/drawing/2014/main" id="{BFB102BC-3164-46A9-9A35-927520E474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09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1">
            <a:extLst>
              <a:ext uri="{FF2B5EF4-FFF2-40B4-BE49-F238E27FC236}">
                <a16:creationId xmlns:a16="http://schemas.microsoft.com/office/drawing/2014/main" id="{EF9D1873-5FAE-4A59-B47E-7520740798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7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2">
            <a:extLst>
              <a:ext uri="{FF2B5EF4-FFF2-40B4-BE49-F238E27FC236}">
                <a16:creationId xmlns:a16="http://schemas.microsoft.com/office/drawing/2014/main" id="{31690CEC-7FA2-478D-8654-59A4CA98518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94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3">
            <a:extLst>
              <a:ext uri="{FF2B5EF4-FFF2-40B4-BE49-F238E27FC236}">
                <a16:creationId xmlns:a16="http://schemas.microsoft.com/office/drawing/2014/main" id="{24D762DF-7C5C-4F17-8F6E-941862E7BBC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2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AV-Alumno</dc:creator>
  <cp:lastModifiedBy>AV-Alumno</cp:lastModifiedBy>
  <cp:revision>1</cp:revision>
  <dcterms:created xsi:type="dcterms:W3CDTF">2026-09-09T15:25:53Z</dcterms:created>
  <dcterms:modified xsi:type="dcterms:W3CDTF">2026-09-09T15:28:23Z</dcterms:modified>
</cp:coreProperties>
</file>