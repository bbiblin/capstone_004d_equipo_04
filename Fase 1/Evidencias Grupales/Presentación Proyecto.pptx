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9144000"/>
  <p:photoAlbum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E7C131-8B7A-473C-952F-3DE6C23F9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4622ADC-8D8E-4A13-8F14-2885334F7A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472E79-98E8-475B-8411-082B06A88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5BB7123-A7B3-4710-9866-A53E0804F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50D0900-1C16-4623-9679-78821E14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67563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83275C-EFAB-4C22-A311-4F30F11A4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2A0B220-E23D-4AB4-B458-05E007C5F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87BF864-6A30-456A-B0AC-8D2D1ACFC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21AD4AA-146F-4DD1-B9F0-C7F8B8698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BD4F60-D994-4239-ABCC-27DFB9822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36654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55F52-57F9-43C1-8EF7-77DCA5B55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C577AB-157B-4109-B25A-C3886AFA0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009E8E7-014B-4971-ACA1-C1DB0175F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954CC0-CFE6-4116-B991-1E8FF1F06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F5B1CF-C914-46AD-8429-0F649BA2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00860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6D6DBA-CA5B-462F-913F-E11698280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C1E448-9653-4CE8-9C8A-8194FCED27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580179F-C95C-4C50-B20F-FF7841510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4C835C6-D27C-4826-A6B9-04F642B1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050053F-ABAE-4E27-B539-DA2561F30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A08CC5-FB87-40F5-8AB6-DFD4B3ED4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1049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35B27C-0617-471B-968C-69BFC86F1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9965DFE-9EFB-4D59-95CA-5223CD233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11D9017-2F09-4E8E-A559-A252A479F7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D8C7928-F593-41E4-A708-7ADCD009EA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7115B51-44CF-4134-AB1E-A216483938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60F8B32-ED26-42E8-B938-04D653863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98C5D6A-C7DB-481E-8D30-CFB1F3CFC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E5CAA33-724B-4318-A43B-8C7D25F1B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99852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6599D3-CBCE-4D58-BED4-9B5F3442C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3C810A7-69FA-41D4-B30C-2D70ADB35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4E2E2C3-077F-456A-B7D6-BA5994D9E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D77260E-979A-4E39-BA60-3B43F6F5A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70737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89DAA2D-CA9D-43F5-A0F9-2E134E917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4BBCF3C-841B-4B96-9099-185F3EF5D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B22ACEE-4A63-4169-A79E-85E1C242B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58577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471F8-2308-426B-9B46-CB233C3A0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21197C-696A-444C-89FF-5BE94B13A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190E80F-2696-42DE-9D04-5F9508E26E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91D43FF-8A43-4E43-BDFA-2DCAF6F5A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A2DE784-5F66-4DFD-81AE-25BB272A4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E8701D-D5DF-4AF1-BD76-26871CB04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20127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00B093-F157-4943-BCC2-74E770540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F26FCFD-671F-4B39-B117-E7F64F41A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0C3E3D9-BB43-4FDD-93E3-3143E1ECC4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2E1EE2-F420-43EE-A64B-D97061DEA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4915EC4-EDA1-4EC8-A2D5-86976C06D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40435DB-24DA-4BAD-AC50-ADB7DEF5A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94655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8D605-855E-4E1C-B145-8D0AEF117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6593760-A62F-47EA-A227-6438998469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035DF0-4E98-41D8-A395-FF5C66ECC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C6CAF89-AB7B-4EEE-AFEC-FEFC96B8B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A3502BE-B4C5-4087-BDD0-554E4DF75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47172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CF8BCD4-C2D0-4E91-A77A-AE44FD109A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C1E72AF-4C7A-44EB-908F-43C348DC1D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769A0B-5C71-4C4D-B07D-7C4CD4FAB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788489-915D-41A0-96B9-05018F8B8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12DF26-CB5E-4333-AE9D-AE32454FF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9270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ADBFD44-337A-4D7A-B0EB-3D0D61D6F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9A7EFB-00F0-4093-9D1A-5DB74B898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A3DD493-3AA0-4785-931C-2F92964219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058066-38F0-44A3-B94B-D13844B725B6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BF4D3D2-DF31-423D-B3F1-77B3358D0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01D915B-B26A-4358-B4F2-4824727AC7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25F69-2C3B-4AE3-A91F-EFB0485986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869057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">
            <a:extLst>
              <a:ext uri="{FF2B5EF4-FFF2-40B4-BE49-F238E27FC236}">
                <a16:creationId xmlns:a16="http://schemas.microsoft.com/office/drawing/2014/main" id="{4A3228B2-235A-4B6F-B351-9FCF88FEF86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786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2">
            <a:extLst>
              <a:ext uri="{FF2B5EF4-FFF2-40B4-BE49-F238E27FC236}">
                <a16:creationId xmlns:a16="http://schemas.microsoft.com/office/drawing/2014/main" id="{6DF3D6E3-606F-4EA6-8A8A-66ECD9306F3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929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3">
            <a:extLst>
              <a:ext uri="{FF2B5EF4-FFF2-40B4-BE49-F238E27FC236}">
                <a16:creationId xmlns:a16="http://schemas.microsoft.com/office/drawing/2014/main" id="{AE0DEAA6-67C3-4C43-B5BD-6F2B2AC378B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657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4">
            <a:extLst>
              <a:ext uri="{FF2B5EF4-FFF2-40B4-BE49-F238E27FC236}">
                <a16:creationId xmlns:a16="http://schemas.microsoft.com/office/drawing/2014/main" id="{89D26CBB-987E-4A34-A77F-BE9B1DD47C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597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5">
            <a:extLst>
              <a:ext uri="{FF2B5EF4-FFF2-40B4-BE49-F238E27FC236}">
                <a16:creationId xmlns:a16="http://schemas.microsoft.com/office/drawing/2014/main" id="{CD45921E-8D1D-46C0-910D-B014D745AE2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880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6">
            <a:extLst>
              <a:ext uri="{FF2B5EF4-FFF2-40B4-BE49-F238E27FC236}">
                <a16:creationId xmlns:a16="http://schemas.microsoft.com/office/drawing/2014/main" id="{1894C0B7-47AD-45DF-8F03-85ADABFF32D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519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7">
            <a:extLst>
              <a:ext uri="{FF2B5EF4-FFF2-40B4-BE49-F238E27FC236}">
                <a16:creationId xmlns:a16="http://schemas.microsoft.com/office/drawing/2014/main" id="{4A500849-398A-43AA-85A3-7263E3C7AF7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285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8">
            <a:extLst>
              <a:ext uri="{FF2B5EF4-FFF2-40B4-BE49-F238E27FC236}">
                <a16:creationId xmlns:a16="http://schemas.microsoft.com/office/drawing/2014/main" id="{4BC7888A-1D4B-4C5D-9671-0901799A3C0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745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9">
            <a:extLst>
              <a:ext uri="{FF2B5EF4-FFF2-40B4-BE49-F238E27FC236}">
                <a16:creationId xmlns:a16="http://schemas.microsoft.com/office/drawing/2014/main" id="{F0AF4C44-B824-4B46-B067-F5916C03282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223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0">
            <a:extLst>
              <a:ext uri="{FF2B5EF4-FFF2-40B4-BE49-F238E27FC236}">
                <a16:creationId xmlns:a16="http://schemas.microsoft.com/office/drawing/2014/main" id="{C82F6882-B351-41AF-8816-B8975A7CA99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9999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1">
            <a:extLst>
              <a:ext uri="{FF2B5EF4-FFF2-40B4-BE49-F238E27FC236}">
                <a16:creationId xmlns:a16="http://schemas.microsoft.com/office/drawing/2014/main" id="{8A243503-8C13-43E0-9D3C-7AEBA9799A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998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2">
            <a:extLst>
              <a:ext uri="{FF2B5EF4-FFF2-40B4-BE49-F238E27FC236}">
                <a16:creationId xmlns:a16="http://schemas.microsoft.com/office/drawing/2014/main" id="{B18FE984-A760-439D-8A14-E725E282DD1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1008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3">
            <a:extLst>
              <a:ext uri="{FF2B5EF4-FFF2-40B4-BE49-F238E27FC236}">
                <a16:creationId xmlns:a16="http://schemas.microsoft.com/office/drawing/2014/main" id="{EC8BE6F5-8DCC-4D4F-A135-486FE4395EA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502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4">
            <a:extLst>
              <a:ext uri="{FF2B5EF4-FFF2-40B4-BE49-F238E27FC236}">
                <a16:creationId xmlns:a16="http://schemas.microsoft.com/office/drawing/2014/main" id="{8EAFD663-8C44-4DD8-842B-B03AD141FBE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82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5">
            <a:extLst>
              <a:ext uri="{FF2B5EF4-FFF2-40B4-BE49-F238E27FC236}">
                <a16:creationId xmlns:a16="http://schemas.microsoft.com/office/drawing/2014/main" id="{05DD90BE-6F0F-46FE-9D81-CD1B09CAA15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265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6">
            <a:extLst>
              <a:ext uri="{FF2B5EF4-FFF2-40B4-BE49-F238E27FC236}">
                <a16:creationId xmlns:a16="http://schemas.microsoft.com/office/drawing/2014/main" id="{C75F12C8-3BD2-4D68-9B68-42F6348019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3323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7">
            <a:extLst>
              <a:ext uri="{FF2B5EF4-FFF2-40B4-BE49-F238E27FC236}">
                <a16:creationId xmlns:a16="http://schemas.microsoft.com/office/drawing/2014/main" id="{5EC3C57B-6FE7-4352-AD88-63E181A3666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4042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8">
            <a:extLst>
              <a:ext uri="{FF2B5EF4-FFF2-40B4-BE49-F238E27FC236}">
                <a16:creationId xmlns:a16="http://schemas.microsoft.com/office/drawing/2014/main" id="{B4E140C2-1782-41A6-BEFA-A024BB8F717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276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9">
            <a:extLst>
              <a:ext uri="{FF2B5EF4-FFF2-40B4-BE49-F238E27FC236}">
                <a16:creationId xmlns:a16="http://schemas.microsoft.com/office/drawing/2014/main" id="{71493087-381F-4BAE-9F6C-F909A2E5756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608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20">
            <a:extLst>
              <a:ext uri="{FF2B5EF4-FFF2-40B4-BE49-F238E27FC236}">
                <a16:creationId xmlns:a16="http://schemas.microsoft.com/office/drawing/2014/main" id="{748EB109-F25C-47C0-ABBD-9FD62B1F8DB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426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21">
            <a:extLst>
              <a:ext uri="{FF2B5EF4-FFF2-40B4-BE49-F238E27FC236}">
                <a16:creationId xmlns:a16="http://schemas.microsoft.com/office/drawing/2014/main" id="{F0F9A075-CCF6-49AF-8ED4-1D3F0AC0A69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797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22">
            <a:extLst>
              <a:ext uri="{FF2B5EF4-FFF2-40B4-BE49-F238E27FC236}">
                <a16:creationId xmlns:a16="http://schemas.microsoft.com/office/drawing/2014/main" id="{FF79C3A1-0133-432E-9DAA-913A812798E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25059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AV-Alumno</dc:creator>
  <cp:lastModifiedBy>AV-Alumno</cp:lastModifiedBy>
  <cp:revision>1</cp:revision>
  <dcterms:created xsi:type="dcterms:W3CDTF">2026-09-02T14:35:08Z</dcterms:created>
  <dcterms:modified xsi:type="dcterms:W3CDTF">2026-09-02T14:35:52Z</dcterms:modified>
</cp:coreProperties>
</file>